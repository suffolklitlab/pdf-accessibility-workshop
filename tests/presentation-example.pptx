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must survive repairs.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accessibility before sharing slides.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640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