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457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 i="1">
                <a:solidFill>
                  <a:srgbClr val="999999"/>
                </a:solidFill>
              </a:rPr>
              <a:t>Hello {{ users[0].name }} </a:t>
            </a:r>
            <a:r>
              <a:rPr sz="1200" b="0">
                <a:solidFill>
                  <a:srgbClr val="999999"/>
                </a:solidFill>
              </a:rPr>
              <a:t>readers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